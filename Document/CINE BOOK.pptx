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3" r:id="rId3"/>
    <p:sldId id="257" r:id="rId4"/>
    <p:sldId id="258" r:id="rId5"/>
    <p:sldId id="259" r:id="rId6"/>
    <p:sldId id="260" r:id="rId7"/>
    <p:sldId id="261" r:id="rId8"/>
    <p:sldId id="262"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autoAdjust="0"/>
  </p:normalViewPr>
  <p:slideViewPr>
    <p:cSldViewPr snapToGrid="0">
      <p:cViewPr varScale="1">
        <p:scale>
          <a:sx n="92" d="100"/>
          <a:sy n="92" d="100"/>
        </p:scale>
        <p:origin x="51" y="11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4/26/2025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5D9A5-FCB1-0912-0BC8-44EDFB462D60}"/>
              </a:ext>
            </a:extLst>
          </p:cNvPr>
          <p:cNvSpPr>
            <a:spLocks noGrp="1"/>
          </p:cNvSpPr>
          <p:nvPr>
            <p:ph type="ctrTitle"/>
          </p:nvPr>
        </p:nvSpPr>
        <p:spPr/>
        <p:txBody>
          <a:bodyPr/>
          <a:lstStyle/>
          <a:p>
            <a:r>
              <a:rPr lang="en-GB" dirty="0"/>
              <a:t>CINE BOOK</a:t>
            </a:r>
            <a:endParaRPr lang="en-IN" dirty="0"/>
          </a:p>
        </p:txBody>
      </p:sp>
      <p:sp>
        <p:nvSpPr>
          <p:cNvPr id="3" name="Subtitle 2">
            <a:extLst>
              <a:ext uri="{FF2B5EF4-FFF2-40B4-BE49-F238E27FC236}">
                <a16:creationId xmlns:a16="http://schemas.microsoft.com/office/drawing/2014/main" id="{62D8DE73-C0A8-07D3-05ED-4BE79C7DFC63}"/>
              </a:ext>
            </a:extLst>
          </p:cNvPr>
          <p:cNvSpPr>
            <a:spLocks noGrp="1"/>
          </p:cNvSpPr>
          <p:nvPr>
            <p:ph type="subTitle" idx="1"/>
          </p:nvPr>
        </p:nvSpPr>
        <p:spPr/>
        <p:txBody>
          <a:bodyPr/>
          <a:lstStyle/>
          <a:p>
            <a:r>
              <a:rPr lang="en-GB" dirty="0"/>
              <a:t>Movie Ticket Booking Website</a:t>
            </a:r>
            <a:endParaRPr lang="en-IN" dirty="0"/>
          </a:p>
        </p:txBody>
      </p:sp>
    </p:spTree>
    <p:extLst>
      <p:ext uri="{BB962C8B-B14F-4D97-AF65-F5344CB8AC3E}">
        <p14:creationId xmlns:p14="http://schemas.microsoft.com/office/powerpoint/2010/main" val="41286121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7480-B7D6-2A90-B1FA-E59C2D9951E4}"/>
              </a:ext>
            </a:extLst>
          </p:cNvPr>
          <p:cNvSpPr>
            <a:spLocks noGrp="1"/>
          </p:cNvSpPr>
          <p:nvPr>
            <p:ph type="title"/>
          </p:nvPr>
        </p:nvSpPr>
        <p:spPr/>
        <p:txBody>
          <a:bodyPr/>
          <a:lstStyle/>
          <a:p>
            <a:r>
              <a:rPr lang="en-GB" dirty="0"/>
              <a:t>Synopsis :</a:t>
            </a:r>
            <a:endParaRPr lang="en-IN" dirty="0"/>
          </a:p>
        </p:txBody>
      </p:sp>
      <p:sp>
        <p:nvSpPr>
          <p:cNvPr id="3" name="Content Placeholder 2">
            <a:extLst>
              <a:ext uri="{FF2B5EF4-FFF2-40B4-BE49-F238E27FC236}">
                <a16:creationId xmlns:a16="http://schemas.microsoft.com/office/drawing/2014/main" id="{AD6CDB3F-8458-0879-28CB-C8744AF7CD5B}"/>
              </a:ext>
            </a:extLst>
          </p:cNvPr>
          <p:cNvSpPr>
            <a:spLocks noGrp="1"/>
          </p:cNvSpPr>
          <p:nvPr>
            <p:ph idx="1"/>
          </p:nvPr>
        </p:nvSpPr>
        <p:spPr/>
        <p:txBody>
          <a:bodyPr>
            <a:normAutofit/>
          </a:bodyPr>
          <a:lstStyle/>
          <a:p>
            <a:pPr algn="just"/>
            <a:r>
              <a:rPr lang="en-US" sz="1600" dirty="0">
                <a:effectLst/>
                <a:latin typeface="Times New Roman" panose="02020603050405020304" pitchFamily="18" charset="0"/>
                <a:ea typeface="Bitstream Vera Sans"/>
                <a:cs typeface="Times New Roman" panose="02020603050405020304" pitchFamily="18" charset="0"/>
              </a:rPr>
              <a:t>As We Know The Website Are Very Much Useful For The Purpose Of Information As Well As Updating Any Such Kind Of Things The Day To Day Which Are Related To Any Field Of The World. According To This Purpose We Have Created An Online Movie Ticket Booking. We May That; This Website Will Become More Useful. This Website Provides Good Interface And Connectivity To Users.</a:t>
            </a:r>
            <a:endParaRPr lang="en-IN" sz="1600" dirty="0">
              <a:effectLst/>
              <a:latin typeface="Nimbus Roman No9 L"/>
              <a:ea typeface="Bitstream Vera Sans"/>
              <a:cs typeface="Times New Roman" panose="02020603050405020304" pitchFamily="18" charset="0"/>
            </a:endParaRPr>
          </a:p>
          <a:p>
            <a:pPr marL="0" indent="0" algn="just">
              <a:buNone/>
            </a:pPr>
            <a:endParaRPr lang="en-IN" sz="1600" dirty="0">
              <a:effectLst/>
              <a:latin typeface="Nimbus Roman No9 L"/>
              <a:ea typeface="Bitstream Vera Sans"/>
              <a:cs typeface="Times New Roman" panose="02020603050405020304" pitchFamily="18" charset="0"/>
            </a:endParaRPr>
          </a:p>
          <a:p>
            <a:pPr algn="just"/>
            <a:r>
              <a:rPr lang="en-US" sz="1600" dirty="0">
                <a:effectLst/>
                <a:latin typeface="Times New Roman" panose="02020603050405020304" pitchFamily="18" charset="0"/>
                <a:ea typeface="Bitstream Vera Sans"/>
                <a:cs typeface="Times New Roman" panose="02020603050405020304" pitchFamily="18" charset="0"/>
              </a:rPr>
              <a:t>Our </a:t>
            </a:r>
            <a:r>
              <a:rPr lang="en-US" sz="1600" dirty="0">
                <a:latin typeface="Times New Roman" panose="02020603050405020304" pitchFamily="18" charset="0"/>
                <a:ea typeface="Bitstream Vera Sans"/>
                <a:cs typeface="Times New Roman" panose="02020603050405020304" pitchFamily="18" charset="0"/>
              </a:rPr>
              <a:t>Cine Book</a:t>
            </a:r>
            <a:r>
              <a:rPr lang="en-US" sz="1600" dirty="0">
                <a:effectLst/>
                <a:latin typeface="Times New Roman" panose="02020603050405020304" pitchFamily="18" charset="0"/>
                <a:ea typeface="Bitstream Vera Sans"/>
                <a:cs typeface="Times New Roman" panose="02020603050405020304" pitchFamily="18" charset="0"/>
              </a:rPr>
              <a:t> Website Is A Dynamic Website. Our Website Contains Mainly 50 To 53 Web Pages Which Are Interlinked By The Hyperlinks. First Page Is The Home Page. It Displays Various Links To Pages Containing The Details Related To Our Cine Book Website. It Also Has Images And Hyperlinks Which Will Direct Take Our Customers To The Page Containing The Details Of Various Visiting </a:t>
            </a:r>
            <a:r>
              <a:rPr lang="en-IN" sz="1600" dirty="0">
                <a:effectLst/>
                <a:latin typeface="Times New Roman" panose="02020603050405020304" pitchFamily="18" charset="0"/>
                <a:ea typeface="Bitstream Vera Sans"/>
                <a:cs typeface="Times New Roman" panose="02020603050405020304" pitchFamily="18" charset="0"/>
              </a:rPr>
              <a:t>Movie Information Page, Time Page, Select Seat Page, Payment Page</a:t>
            </a:r>
            <a:r>
              <a:rPr lang="en-US" sz="1600" dirty="0">
                <a:effectLst/>
                <a:latin typeface="Times New Roman" panose="02020603050405020304" pitchFamily="18" charset="0"/>
                <a:ea typeface="Bitstream Vera Sans"/>
                <a:cs typeface="Times New Roman" panose="02020603050405020304" pitchFamily="18" charset="0"/>
              </a:rPr>
              <a:t>. All User  Friendly Which Will Attract Users. We Have Tried To Develop This Website For User’s Easiness.</a:t>
            </a:r>
            <a:endParaRPr lang="en-IN" sz="1600" dirty="0">
              <a:effectLst/>
              <a:latin typeface="Nimbus Roman No9 L"/>
              <a:ea typeface="Bitstream Vera Sans"/>
              <a:cs typeface="Times New Roman" panose="02020603050405020304" pitchFamily="18" charset="0"/>
            </a:endParaRPr>
          </a:p>
          <a:p>
            <a:endParaRPr lang="en-IN" dirty="0"/>
          </a:p>
        </p:txBody>
      </p:sp>
    </p:spTree>
    <p:extLst>
      <p:ext uri="{BB962C8B-B14F-4D97-AF65-F5344CB8AC3E}">
        <p14:creationId xmlns:p14="http://schemas.microsoft.com/office/powerpoint/2010/main" val="1744494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1D272-8682-CB46-C78E-F11CF31EAF77}"/>
              </a:ext>
            </a:extLst>
          </p:cNvPr>
          <p:cNvSpPr>
            <a:spLocks noGrp="1"/>
          </p:cNvSpPr>
          <p:nvPr>
            <p:ph type="title"/>
          </p:nvPr>
        </p:nvSpPr>
        <p:spPr/>
        <p:txBody>
          <a:bodyPr/>
          <a:lstStyle/>
          <a:p>
            <a:r>
              <a:rPr lang="en-GB" dirty="0"/>
              <a:t>Introduction :</a:t>
            </a:r>
            <a:endParaRPr lang="en-IN" dirty="0"/>
          </a:p>
        </p:txBody>
      </p:sp>
      <p:sp>
        <p:nvSpPr>
          <p:cNvPr id="3" name="Content Placeholder 2">
            <a:extLst>
              <a:ext uri="{FF2B5EF4-FFF2-40B4-BE49-F238E27FC236}">
                <a16:creationId xmlns:a16="http://schemas.microsoft.com/office/drawing/2014/main" id="{317C968B-5768-D2BB-9D91-5E698B3484AC}"/>
              </a:ext>
            </a:extLst>
          </p:cNvPr>
          <p:cNvSpPr>
            <a:spLocks noGrp="1"/>
          </p:cNvSpPr>
          <p:nvPr>
            <p:ph idx="1"/>
          </p:nvPr>
        </p:nvSpPr>
        <p:spPr/>
        <p:txBody>
          <a:bodyPr/>
          <a:lstStyle/>
          <a:p>
            <a:r>
              <a:rPr lang="en-US" dirty="0">
                <a:effectLst/>
                <a:latin typeface="Times New Roman" panose="02020603050405020304" pitchFamily="18" charset="0"/>
                <a:ea typeface="Bitstream Vera Sans"/>
                <a:cs typeface="Times New Roman" panose="02020603050405020304" pitchFamily="18" charset="0"/>
              </a:rPr>
              <a:t>The purpose of this project is to develop an online platform for movie-goers to book and purchase movie tickets without the need to physically go to the theater. The platform will allow users to select the movie they want to watch, choose the theater and the showtime, select the seats, and make the payment, all from the comfort of their own devices.</a:t>
            </a:r>
            <a:endParaRPr lang="en-IN" dirty="0">
              <a:effectLst/>
              <a:latin typeface="Nimbus Roman No9 L"/>
              <a:ea typeface="Bitstream Vera Sans"/>
              <a:cs typeface="Times New Roman" panose="02020603050405020304" pitchFamily="18" charset="0"/>
            </a:endParaRPr>
          </a:p>
          <a:p>
            <a:endParaRPr lang="en-IN" dirty="0"/>
          </a:p>
        </p:txBody>
      </p:sp>
    </p:spTree>
    <p:extLst>
      <p:ext uri="{BB962C8B-B14F-4D97-AF65-F5344CB8AC3E}">
        <p14:creationId xmlns:p14="http://schemas.microsoft.com/office/powerpoint/2010/main" val="26144776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29ECB-AD7A-3E08-420B-9C7FC40E45E2}"/>
              </a:ext>
            </a:extLst>
          </p:cNvPr>
          <p:cNvSpPr>
            <a:spLocks noGrp="1"/>
          </p:cNvSpPr>
          <p:nvPr>
            <p:ph type="title"/>
          </p:nvPr>
        </p:nvSpPr>
        <p:spPr/>
        <p:txBody>
          <a:bodyPr/>
          <a:lstStyle/>
          <a:p>
            <a:r>
              <a:rPr lang="en-GB" dirty="0"/>
              <a:t>Features :</a:t>
            </a:r>
            <a:endParaRPr lang="en-IN" dirty="0"/>
          </a:p>
        </p:txBody>
      </p:sp>
      <p:sp>
        <p:nvSpPr>
          <p:cNvPr id="3" name="Content Placeholder 2">
            <a:extLst>
              <a:ext uri="{FF2B5EF4-FFF2-40B4-BE49-F238E27FC236}">
                <a16:creationId xmlns:a16="http://schemas.microsoft.com/office/drawing/2014/main" id="{7416C95C-4FC9-F6A6-6418-E0F558BD9413}"/>
              </a:ext>
            </a:extLst>
          </p:cNvPr>
          <p:cNvSpPr>
            <a:spLocks noGrp="1"/>
          </p:cNvSpPr>
          <p:nvPr>
            <p:ph idx="1"/>
          </p:nvPr>
        </p:nvSpPr>
        <p:spPr/>
        <p:txBody>
          <a:bodyPr>
            <a:normAutofit/>
          </a:bodyPr>
          <a:lstStyle/>
          <a:p>
            <a:pPr algn="just"/>
            <a:r>
              <a:rPr lang="en-US" sz="1400" dirty="0">
                <a:effectLst/>
                <a:latin typeface="Times New Roman" panose="02020603050405020304" pitchFamily="18" charset="0"/>
                <a:ea typeface="Bitstream Vera Sans"/>
                <a:cs typeface="Times New Roman" panose="02020603050405020304" pitchFamily="18" charset="0"/>
              </a:rPr>
              <a:t>1. User registration and login: Users will be able to create an account and log in to access the platform's features. </a:t>
            </a:r>
            <a:endParaRPr lang="en-IN" sz="1400" dirty="0">
              <a:effectLst/>
              <a:latin typeface="Nimbus Roman No9 L"/>
              <a:ea typeface="Bitstream Vera Sans"/>
              <a:cs typeface="Times New Roman" panose="02020603050405020304" pitchFamily="18" charset="0"/>
            </a:endParaRPr>
          </a:p>
          <a:p>
            <a:pPr algn="just"/>
            <a:r>
              <a:rPr lang="en-US" sz="1400" dirty="0">
                <a:effectLst/>
                <a:latin typeface="Times New Roman" panose="02020603050405020304" pitchFamily="18" charset="0"/>
                <a:ea typeface="Bitstream Vera Sans"/>
                <a:cs typeface="Times New Roman" panose="02020603050405020304" pitchFamily="18" charset="0"/>
              </a:rPr>
              <a:t>2. Movie selection: The platform will display the current and upcoming movies, along with their synopses, trailers, and showtimes. Users will be able to select the movie they want to watch and proceed to the next step. </a:t>
            </a:r>
            <a:endParaRPr lang="en-IN" sz="1400" dirty="0">
              <a:effectLst/>
              <a:latin typeface="Nimbus Roman No9 L"/>
              <a:ea typeface="Bitstream Vera Sans"/>
              <a:cs typeface="Times New Roman" panose="02020603050405020304" pitchFamily="18" charset="0"/>
            </a:endParaRPr>
          </a:p>
          <a:p>
            <a:pPr algn="just"/>
            <a:r>
              <a:rPr lang="en-US" sz="1400" dirty="0">
                <a:effectLst/>
                <a:latin typeface="Times New Roman" panose="02020603050405020304" pitchFamily="18" charset="0"/>
                <a:ea typeface="Bitstream Vera Sans"/>
                <a:cs typeface="Times New Roman" panose="02020603050405020304" pitchFamily="18" charset="0"/>
              </a:rPr>
              <a:t>3. Theater selection: Users will be able to choose from a list of theaters that are showing the selected movie. The platform will display the available showtimes and the seating layout of the selected theater. </a:t>
            </a:r>
            <a:endParaRPr lang="en-IN" sz="1400" dirty="0">
              <a:effectLst/>
              <a:latin typeface="Nimbus Roman No9 L"/>
              <a:ea typeface="Bitstream Vera Sans"/>
              <a:cs typeface="Times New Roman" panose="02020603050405020304" pitchFamily="18" charset="0"/>
            </a:endParaRPr>
          </a:p>
          <a:p>
            <a:pPr algn="just"/>
            <a:r>
              <a:rPr lang="en-US" sz="1400" dirty="0">
                <a:effectLst/>
                <a:latin typeface="Times New Roman" panose="02020603050405020304" pitchFamily="18" charset="0"/>
                <a:ea typeface="Bitstream Vera Sans"/>
                <a:cs typeface="Times New Roman" panose="02020603050405020304" pitchFamily="18" charset="0"/>
              </a:rPr>
              <a:t>4. Seat selection: Users will be able to select their desired seats from the seating layout. The platform will display the available seats and highlight the seats that have already been selected by other users.</a:t>
            </a:r>
            <a:endParaRPr lang="en-IN" sz="1400" dirty="0">
              <a:effectLst/>
              <a:latin typeface="Nimbus Roman No9 L"/>
              <a:ea typeface="Bitstream Vera Sans"/>
              <a:cs typeface="Times New Roman" panose="02020603050405020304" pitchFamily="18" charset="0"/>
            </a:endParaRPr>
          </a:p>
          <a:p>
            <a:pPr algn="just"/>
            <a:r>
              <a:rPr lang="en-US" sz="1400" dirty="0">
                <a:effectLst/>
                <a:latin typeface="Times New Roman" panose="02020603050405020304" pitchFamily="18" charset="0"/>
                <a:ea typeface="Bitstream Vera Sans"/>
                <a:cs typeface="Times New Roman" panose="02020603050405020304" pitchFamily="18" charset="0"/>
              </a:rPr>
              <a:t>5. Payment: Users will be able to make payment using a variety of payment methods, including credit/debit cards, PayPal, and others.</a:t>
            </a:r>
            <a:endParaRPr lang="en-IN" sz="1400" dirty="0">
              <a:effectLst/>
              <a:latin typeface="Nimbus Roman No9 L"/>
              <a:ea typeface="Bitstream Vera Sans"/>
              <a:cs typeface="Times New Roman" panose="02020603050405020304" pitchFamily="18" charset="0"/>
            </a:endParaRPr>
          </a:p>
          <a:p>
            <a:pPr algn="just"/>
            <a:r>
              <a:rPr lang="en-US" sz="1400" dirty="0">
                <a:effectLst/>
                <a:latin typeface="Times New Roman" panose="02020603050405020304" pitchFamily="18" charset="0"/>
                <a:ea typeface="Bitstream Vera Sans"/>
                <a:cs typeface="Times New Roman" panose="02020603050405020304" pitchFamily="18" charset="0"/>
              </a:rPr>
              <a:t>6. Ticket generation: After payment, the platform will generate an electronic ticket, which the user can either download or receive via email. The ticket will contain all the details of the movie, theater, showtime, and seats.</a:t>
            </a:r>
            <a:endParaRPr lang="en-IN" sz="1400" dirty="0">
              <a:effectLst/>
              <a:latin typeface="Nimbus Roman No9 L"/>
              <a:ea typeface="Bitstream Vera Sans"/>
              <a:cs typeface="Times New Roman" panose="02020603050405020304" pitchFamily="18" charset="0"/>
            </a:endParaRPr>
          </a:p>
          <a:p>
            <a:pPr algn="just"/>
            <a:r>
              <a:rPr lang="en-US" sz="1400" dirty="0">
                <a:effectLst/>
                <a:latin typeface="Times New Roman" panose="02020603050405020304" pitchFamily="18" charset="0"/>
                <a:ea typeface="Bitstream Vera Sans"/>
                <a:cs typeface="Times New Roman" panose="02020603050405020304" pitchFamily="18" charset="0"/>
              </a:rPr>
              <a:t>7. Customer support: The platform will include a customer support system that allows users to contact the support team in case of any issues or queries.</a:t>
            </a:r>
            <a:endParaRPr lang="en-IN" sz="1400" dirty="0">
              <a:effectLst/>
              <a:latin typeface="Nimbus Roman No9 L"/>
              <a:ea typeface="Bitstream Vera Sans"/>
              <a:cs typeface="Times New Roman" panose="02020603050405020304" pitchFamily="18" charset="0"/>
            </a:endParaRPr>
          </a:p>
          <a:p>
            <a:endParaRPr lang="en-IN" dirty="0"/>
          </a:p>
        </p:txBody>
      </p:sp>
    </p:spTree>
    <p:extLst>
      <p:ext uri="{BB962C8B-B14F-4D97-AF65-F5344CB8AC3E}">
        <p14:creationId xmlns:p14="http://schemas.microsoft.com/office/powerpoint/2010/main" val="7402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EEC9-05ED-93A4-F71B-D03ACC622847}"/>
              </a:ext>
            </a:extLst>
          </p:cNvPr>
          <p:cNvSpPr>
            <a:spLocks noGrp="1"/>
          </p:cNvSpPr>
          <p:nvPr>
            <p:ph type="title"/>
          </p:nvPr>
        </p:nvSpPr>
        <p:spPr/>
        <p:txBody>
          <a:bodyPr/>
          <a:lstStyle/>
          <a:p>
            <a:r>
              <a:rPr lang="en-GB" dirty="0"/>
              <a:t>Technologies :</a:t>
            </a:r>
            <a:endParaRPr lang="en-IN" dirty="0"/>
          </a:p>
        </p:txBody>
      </p:sp>
      <p:sp>
        <p:nvSpPr>
          <p:cNvPr id="3" name="Content Placeholder 2">
            <a:extLst>
              <a:ext uri="{FF2B5EF4-FFF2-40B4-BE49-F238E27FC236}">
                <a16:creationId xmlns:a16="http://schemas.microsoft.com/office/drawing/2014/main" id="{850B7370-5399-1DBD-6FD6-01DE5FE38B4E}"/>
              </a:ext>
            </a:extLst>
          </p:cNvPr>
          <p:cNvSpPr>
            <a:spLocks noGrp="1"/>
          </p:cNvSpPr>
          <p:nvPr>
            <p:ph idx="1"/>
          </p:nvPr>
        </p:nvSpPr>
        <p:spPr/>
        <p:txBody>
          <a:bodyPr>
            <a:normAutofit/>
          </a:bodyPr>
          <a:lstStyle/>
          <a:p>
            <a:pPr algn="just"/>
            <a:r>
              <a:rPr lang="en-US" sz="1600" dirty="0">
                <a:effectLst/>
                <a:latin typeface="Times New Roman" panose="02020603050405020304" pitchFamily="18" charset="0"/>
                <a:ea typeface="Bitstream Vera Sans"/>
                <a:cs typeface="Times New Roman" panose="02020603050405020304" pitchFamily="18" charset="0"/>
              </a:rPr>
              <a:t>The platform will be developed using a combination of the following technologies:</a:t>
            </a:r>
          </a:p>
          <a:p>
            <a:pPr marL="0" indent="0" algn="just">
              <a:buNone/>
            </a:pPr>
            <a:endParaRPr lang="en-IN" sz="1600" dirty="0">
              <a:effectLst/>
              <a:latin typeface="Nimbus Roman No9 L"/>
              <a:ea typeface="Bitstream Vera Sans"/>
              <a:cs typeface="Times New Roman" panose="02020603050405020304" pitchFamily="18" charset="0"/>
            </a:endParaRPr>
          </a:p>
          <a:p>
            <a:pPr algn="just">
              <a:buFont typeface="Wingdings" panose="05000000000000000000" pitchFamily="2" charset="2"/>
              <a:buChar char="Ø"/>
            </a:pPr>
            <a:r>
              <a:rPr lang="en-US" sz="1600" dirty="0">
                <a:effectLst/>
                <a:latin typeface="Times New Roman" panose="02020603050405020304" pitchFamily="18" charset="0"/>
                <a:ea typeface="Bitstream Vera Sans"/>
                <a:cs typeface="Times New Roman" panose="02020603050405020304" pitchFamily="18" charset="0"/>
              </a:rPr>
              <a:t>1. Front-end: HTML, CSS &amp; JavaScript</a:t>
            </a:r>
            <a:endParaRPr lang="en-IN" sz="1600" dirty="0">
              <a:effectLst/>
              <a:latin typeface="Nimbus Roman No9 L"/>
              <a:ea typeface="Bitstream Vera Sans"/>
              <a:cs typeface="Times New Roman" panose="02020603050405020304" pitchFamily="18" charset="0"/>
            </a:endParaRPr>
          </a:p>
          <a:p>
            <a:pPr algn="just">
              <a:buFont typeface="Wingdings" panose="05000000000000000000" pitchFamily="2" charset="2"/>
              <a:buChar char="Ø"/>
            </a:pPr>
            <a:r>
              <a:rPr lang="en-US" sz="1600" dirty="0">
                <a:effectLst/>
                <a:latin typeface="Times New Roman" panose="02020603050405020304" pitchFamily="18" charset="0"/>
                <a:ea typeface="Bitstream Vera Sans"/>
                <a:cs typeface="Times New Roman" panose="02020603050405020304" pitchFamily="18" charset="0"/>
              </a:rPr>
              <a:t>2. Back-end: </a:t>
            </a:r>
            <a:endParaRPr lang="en-IN" sz="1600" dirty="0">
              <a:effectLst/>
              <a:latin typeface="Nimbus Roman No9 L"/>
              <a:ea typeface="Bitstream Vera Sans"/>
              <a:cs typeface="Times New Roman" panose="02020603050405020304" pitchFamily="18" charset="0"/>
            </a:endParaRPr>
          </a:p>
          <a:p>
            <a:pPr>
              <a:buFont typeface="Wingdings" panose="05000000000000000000" pitchFamily="2" charset="2"/>
              <a:buChar char="Ø"/>
            </a:pPr>
            <a:r>
              <a:rPr lang="en-US" sz="1600" dirty="0">
                <a:effectLst/>
                <a:latin typeface="Times New Roman" panose="02020603050405020304" pitchFamily="18" charset="0"/>
                <a:ea typeface="Bitstream Vera Sans"/>
              </a:rPr>
              <a:t>3. Payment gateway integration: </a:t>
            </a:r>
            <a:endParaRPr lang="en-IN" sz="1600" dirty="0"/>
          </a:p>
        </p:txBody>
      </p:sp>
    </p:spTree>
    <p:extLst>
      <p:ext uri="{BB962C8B-B14F-4D97-AF65-F5344CB8AC3E}">
        <p14:creationId xmlns:p14="http://schemas.microsoft.com/office/powerpoint/2010/main" val="471619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5D0E6-B8FF-677A-60A7-BF8B3C15BF1C}"/>
              </a:ext>
            </a:extLst>
          </p:cNvPr>
          <p:cNvSpPr>
            <a:spLocks noGrp="1"/>
          </p:cNvSpPr>
          <p:nvPr>
            <p:ph type="title"/>
          </p:nvPr>
        </p:nvSpPr>
        <p:spPr/>
        <p:txBody>
          <a:bodyPr/>
          <a:lstStyle/>
          <a:p>
            <a:r>
              <a:rPr lang="en-GB" dirty="0"/>
              <a:t>Review Of Literature :</a:t>
            </a:r>
            <a:endParaRPr lang="en-IN" dirty="0"/>
          </a:p>
        </p:txBody>
      </p:sp>
      <p:sp>
        <p:nvSpPr>
          <p:cNvPr id="3" name="Content Placeholder 2">
            <a:extLst>
              <a:ext uri="{FF2B5EF4-FFF2-40B4-BE49-F238E27FC236}">
                <a16:creationId xmlns:a16="http://schemas.microsoft.com/office/drawing/2014/main" id="{917A9AED-AF43-B779-42BA-7513A6CC4C9A}"/>
              </a:ext>
            </a:extLst>
          </p:cNvPr>
          <p:cNvSpPr>
            <a:spLocks noGrp="1"/>
          </p:cNvSpPr>
          <p:nvPr>
            <p:ph idx="1"/>
          </p:nvPr>
        </p:nvSpPr>
        <p:spPr/>
        <p:txBody>
          <a:bodyPr>
            <a:normAutofit/>
          </a:bodyPr>
          <a:lstStyle/>
          <a:p>
            <a:pPr algn="just"/>
            <a:r>
              <a:rPr lang="en-US" sz="1600" dirty="0">
                <a:effectLst/>
                <a:latin typeface="Times New Roman" panose="02020603050405020304" pitchFamily="18" charset="0"/>
                <a:ea typeface="Bitstream Vera Sans"/>
                <a:cs typeface="Times New Roman" panose="02020603050405020304" pitchFamily="18" charset="0"/>
              </a:rPr>
              <a:t>The online movie ticket booking system will provide a convenient and hassle-free experience for movie-goers and help theaters increase their sales and reach a wider audience. With its user-friendly interface, seamless payment process, and efficient ticket generation, the platform is poised to revolutionize the way people book and purchase movie tickets.</a:t>
            </a:r>
          </a:p>
          <a:p>
            <a:pPr marL="0" indent="0" algn="just">
              <a:buNone/>
            </a:pPr>
            <a:endParaRPr lang="en-IN" sz="1600" dirty="0">
              <a:effectLst/>
              <a:latin typeface="Nimbus Roman No9 L"/>
              <a:ea typeface="Bitstream Vera Sans"/>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pPr>
            <a:r>
              <a:rPr lang="en-US" sz="1600" dirty="0">
                <a:effectLst/>
                <a:latin typeface="Times New Roman" panose="02020603050405020304" pitchFamily="18" charset="0"/>
                <a:ea typeface="Bitstream Vera Sans"/>
                <a:cs typeface="Times New Roman" panose="02020603050405020304" pitchFamily="18" charset="0"/>
              </a:rPr>
              <a:t>HOME </a:t>
            </a:r>
            <a:r>
              <a:rPr lang="en-US" sz="1600" b="1" dirty="0">
                <a:effectLst/>
                <a:latin typeface="Times New Roman" panose="02020603050405020304" pitchFamily="18" charset="0"/>
                <a:ea typeface="Bitstream Vera Sans"/>
                <a:cs typeface="Times New Roman" panose="02020603050405020304" pitchFamily="18" charset="0"/>
              </a:rPr>
              <a:t>:</a:t>
            </a:r>
            <a:r>
              <a:rPr lang="en-US" sz="1600" dirty="0">
                <a:effectLst/>
                <a:latin typeface="Times New Roman" panose="02020603050405020304" pitchFamily="18" charset="0"/>
                <a:ea typeface="Bitstream Vera Sans"/>
                <a:cs typeface="Times New Roman" panose="02020603050405020304" pitchFamily="18" charset="0"/>
              </a:rPr>
              <a:t> Our Home Page Is Design In A Way To  Work All The Activities, Navigation Bar</a:t>
            </a:r>
            <a:r>
              <a:rPr lang="en-US" sz="1600" dirty="0">
                <a:latin typeface="Times New Roman" panose="02020603050405020304" pitchFamily="18" charset="0"/>
                <a:ea typeface="Bitstream Vera Sans"/>
                <a:cs typeface="Times New Roman" panose="02020603050405020304" pitchFamily="18" charset="0"/>
              </a:rPr>
              <a:t>.</a:t>
            </a:r>
            <a:endParaRPr lang="en-IN" sz="1600" dirty="0">
              <a:effectLst/>
              <a:latin typeface="Nimbus Roman No9 L"/>
              <a:ea typeface="Bitstream Vera Sans"/>
              <a:cs typeface="Times New Roman" panose="02020603050405020304" pitchFamily="18" charset="0"/>
            </a:endParaRPr>
          </a:p>
          <a:p>
            <a:pPr marL="342900" lvl="0" indent="-342900" algn="just">
              <a:lnSpc>
                <a:spcPct val="107000"/>
              </a:lnSpc>
              <a:buFont typeface="Wingdings" panose="05000000000000000000" pitchFamily="2" charset="2"/>
              <a:buChar char=""/>
            </a:pPr>
            <a:r>
              <a:rPr lang="en-US" sz="1600" dirty="0">
                <a:effectLst/>
                <a:latin typeface="Times New Roman" panose="02020603050405020304" pitchFamily="18" charset="0"/>
                <a:ea typeface="Bitstream Vera Sans"/>
                <a:cs typeface="Times New Roman" panose="02020603050405020304" pitchFamily="18" charset="0"/>
              </a:rPr>
              <a:t>SIGN UP : In Sign Up Side There Will  2 Side 1</a:t>
            </a:r>
            <a:r>
              <a:rPr lang="en-US" sz="1600" baseline="30000" dirty="0">
                <a:effectLst/>
                <a:latin typeface="Times New Roman" panose="02020603050405020304" pitchFamily="18" charset="0"/>
                <a:ea typeface="Bitstream Vera Sans"/>
                <a:cs typeface="Times New Roman" panose="02020603050405020304" pitchFamily="18" charset="0"/>
              </a:rPr>
              <a:t>st</a:t>
            </a:r>
            <a:r>
              <a:rPr lang="en-US" sz="1600" dirty="0">
                <a:effectLst/>
                <a:latin typeface="Times New Roman" panose="02020603050405020304" pitchFamily="18" charset="0"/>
                <a:ea typeface="Bitstream Vera Sans"/>
                <a:cs typeface="Times New Roman" panose="02020603050405020304" pitchFamily="18" charset="0"/>
              </a:rPr>
              <a:t> Will Be “Login” Customer Who Is Already Register Can Login In It And 2</a:t>
            </a:r>
            <a:r>
              <a:rPr lang="en-US" sz="1600" baseline="30000" dirty="0">
                <a:effectLst/>
                <a:latin typeface="Times New Roman" panose="02020603050405020304" pitchFamily="18" charset="0"/>
                <a:ea typeface="Bitstream Vera Sans"/>
                <a:cs typeface="Times New Roman" panose="02020603050405020304" pitchFamily="18" charset="0"/>
              </a:rPr>
              <a:t>nd</a:t>
            </a:r>
            <a:r>
              <a:rPr lang="en-US" sz="1600" dirty="0">
                <a:effectLst/>
                <a:latin typeface="Times New Roman" panose="02020603050405020304" pitchFamily="18" charset="0"/>
                <a:ea typeface="Bitstream Vera Sans"/>
                <a:cs typeface="Times New Roman" panose="02020603050405020304" pitchFamily="18" charset="0"/>
              </a:rPr>
              <a:t>  Is “Register” Customer Who Is New And Want To Book Tickets First They Have To Register Then They Able To Book Tickets.</a:t>
            </a:r>
            <a:endParaRPr lang="en-IN" sz="1600" dirty="0">
              <a:effectLst/>
              <a:latin typeface="Nimbus Roman No9 L"/>
              <a:ea typeface="Bitstream Vera Sans"/>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pPr>
            <a:r>
              <a:rPr lang="en-US" sz="1600" dirty="0">
                <a:effectLst/>
                <a:latin typeface="Times New Roman" panose="02020603050405020304" pitchFamily="18" charset="0"/>
                <a:ea typeface="Bitstream Vera Sans"/>
                <a:cs typeface="Times New Roman" panose="02020603050405020304" pitchFamily="18" charset="0"/>
              </a:rPr>
              <a:t>CONTACT US : Contact Us In That Information About The Seller or Company’s Email.</a:t>
            </a:r>
            <a:endParaRPr lang="en-IN" sz="1600" dirty="0">
              <a:effectLst/>
              <a:latin typeface="Nimbus Roman No9 L"/>
              <a:ea typeface="Bitstream Vera Sans"/>
              <a:cs typeface="Times New Roman" panose="02020603050405020304" pitchFamily="18" charset="0"/>
            </a:endParaRPr>
          </a:p>
          <a:p>
            <a:endParaRPr lang="en-IN" dirty="0"/>
          </a:p>
        </p:txBody>
      </p:sp>
    </p:spTree>
    <p:extLst>
      <p:ext uri="{BB962C8B-B14F-4D97-AF65-F5344CB8AC3E}">
        <p14:creationId xmlns:p14="http://schemas.microsoft.com/office/powerpoint/2010/main" val="1523894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69E37-1AE3-D8A2-2054-EAB13129B732}"/>
              </a:ext>
            </a:extLst>
          </p:cNvPr>
          <p:cNvSpPr>
            <a:spLocks noGrp="1"/>
          </p:cNvSpPr>
          <p:nvPr>
            <p:ph type="title"/>
          </p:nvPr>
        </p:nvSpPr>
        <p:spPr/>
        <p:txBody>
          <a:bodyPr/>
          <a:lstStyle/>
          <a:p>
            <a:r>
              <a:rPr lang="en-GB" dirty="0"/>
              <a:t>Requirements :</a:t>
            </a:r>
            <a:endParaRPr lang="en-IN" dirty="0"/>
          </a:p>
        </p:txBody>
      </p:sp>
      <p:sp>
        <p:nvSpPr>
          <p:cNvPr id="3" name="Content Placeholder 2">
            <a:extLst>
              <a:ext uri="{FF2B5EF4-FFF2-40B4-BE49-F238E27FC236}">
                <a16:creationId xmlns:a16="http://schemas.microsoft.com/office/drawing/2014/main" id="{058FF265-2AAA-9EA2-CB4B-C3349BDCE2B1}"/>
              </a:ext>
            </a:extLst>
          </p:cNvPr>
          <p:cNvSpPr>
            <a:spLocks noGrp="1"/>
          </p:cNvSpPr>
          <p:nvPr>
            <p:ph idx="1"/>
          </p:nvPr>
        </p:nvSpPr>
        <p:spPr/>
        <p:txBody>
          <a:bodyPr>
            <a:normAutofit fontScale="92500" lnSpcReduction="20000"/>
          </a:bodyPr>
          <a:lstStyle/>
          <a:p>
            <a:r>
              <a:rPr lang="en-US" sz="1700" b="1" dirty="0">
                <a:effectLst/>
                <a:latin typeface="Times New Roman" panose="02020603050405020304" pitchFamily="18" charset="0"/>
                <a:ea typeface="Bitstream Vera Sans"/>
                <a:cs typeface="Times New Roman" panose="02020603050405020304" pitchFamily="18" charset="0"/>
              </a:rPr>
              <a:t>HARDWARE REQUIREMENTS :  </a:t>
            </a:r>
            <a:endParaRPr lang="en-IN" sz="1700" dirty="0">
              <a:effectLst/>
              <a:latin typeface="Nimbus Roman No9 L"/>
              <a:ea typeface="Bitstream Vera Sans"/>
              <a:cs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1300" dirty="0">
                <a:effectLst/>
                <a:latin typeface="Times New Roman" panose="02020603050405020304" pitchFamily="18" charset="0"/>
                <a:ea typeface="Bitstream Vera Sans"/>
                <a:cs typeface="Times New Roman" panose="02020603050405020304" pitchFamily="18" charset="0"/>
              </a:rPr>
              <a:t>RAM : Minimum 4 GB </a:t>
            </a:r>
            <a:endParaRPr lang="en-IN" sz="1300" dirty="0">
              <a:effectLst/>
              <a:latin typeface="Nimbus Roman No9 L"/>
              <a:ea typeface="Bitstream Vera Sans"/>
              <a:cs typeface="Times New Roman" panose="02020603050405020304" pitchFamily="18" charset="0"/>
            </a:endParaRPr>
          </a:p>
          <a:p>
            <a:pPr lvl="0" algn="just">
              <a:lnSpc>
                <a:spcPct val="107000"/>
              </a:lnSpc>
              <a:buFont typeface="Wingdings" panose="05000000000000000000" pitchFamily="2" charset="2"/>
              <a:buChar char="Ø"/>
            </a:pPr>
            <a:r>
              <a:rPr lang="en-US" sz="1300" dirty="0">
                <a:effectLst/>
                <a:latin typeface="Times New Roman" panose="02020603050405020304" pitchFamily="18" charset="0"/>
                <a:ea typeface="Bitstream Vera Sans"/>
                <a:cs typeface="Times New Roman" panose="02020603050405020304" pitchFamily="18" charset="0"/>
              </a:rPr>
              <a:t>PROCESSOR : 11th Gen Intel(R) Core(TM) i5-11300H @ 3.10GHz   3.11 GHz</a:t>
            </a:r>
            <a:endParaRPr lang="en-IN" sz="1300" dirty="0">
              <a:effectLst/>
              <a:latin typeface="Nimbus Roman No9 L"/>
              <a:ea typeface="Bitstream Vera Sans"/>
              <a:cs typeface="Times New Roman" panose="02020603050405020304" pitchFamily="18" charset="0"/>
            </a:endParaRPr>
          </a:p>
          <a:p>
            <a:pPr lvl="0" algn="just">
              <a:lnSpc>
                <a:spcPct val="107000"/>
              </a:lnSpc>
              <a:buFont typeface="Wingdings" panose="05000000000000000000" pitchFamily="2" charset="2"/>
              <a:buChar char="Ø"/>
            </a:pPr>
            <a:r>
              <a:rPr lang="en-US" sz="1300" dirty="0">
                <a:effectLst/>
                <a:latin typeface="Times New Roman" panose="02020603050405020304" pitchFamily="18" charset="0"/>
                <a:ea typeface="Bitstream Vera Sans"/>
                <a:cs typeface="Times New Roman" panose="02020603050405020304" pitchFamily="18" charset="0"/>
              </a:rPr>
              <a:t>VERSION : Windows 8,10  &amp; 11.</a:t>
            </a:r>
            <a:endParaRPr lang="en-IN" sz="1300" dirty="0">
              <a:effectLst/>
              <a:latin typeface="Nimbus Roman No9 L"/>
              <a:ea typeface="Bitstream Vera Sans"/>
              <a:cs typeface="Times New Roman" panose="02020603050405020304" pitchFamily="18" charset="0"/>
            </a:endParaRPr>
          </a:p>
          <a:p>
            <a:pPr lvl="0" algn="just">
              <a:lnSpc>
                <a:spcPct val="107000"/>
              </a:lnSpc>
              <a:buFont typeface="Wingdings" panose="05000000000000000000" pitchFamily="2" charset="2"/>
              <a:buChar char="Ø"/>
            </a:pPr>
            <a:r>
              <a:rPr lang="en-US" sz="1300" dirty="0">
                <a:effectLst/>
                <a:latin typeface="Times New Roman" panose="02020603050405020304" pitchFamily="18" charset="0"/>
                <a:ea typeface="Bitstream Vera Sans"/>
                <a:cs typeface="Times New Roman" panose="02020603050405020304" pitchFamily="18" charset="0"/>
              </a:rPr>
              <a:t>SYSTEM TYPE : 64 Bit operating system.</a:t>
            </a:r>
          </a:p>
          <a:p>
            <a:pPr marL="0" lvl="0" indent="0" algn="just">
              <a:lnSpc>
                <a:spcPct val="107000"/>
              </a:lnSpc>
              <a:buNone/>
            </a:pPr>
            <a:endParaRPr lang="en-IN" sz="1300" dirty="0">
              <a:effectLst/>
              <a:latin typeface="Nimbus Roman No9 L"/>
              <a:ea typeface="Bitstream Vera Sans"/>
              <a:cs typeface="Times New Roman" panose="02020603050405020304" pitchFamily="18" charset="0"/>
            </a:endParaRPr>
          </a:p>
          <a:p>
            <a:r>
              <a:rPr lang="en-US" sz="1700" b="1" dirty="0">
                <a:effectLst/>
                <a:latin typeface="Times New Roman" panose="02020603050405020304" pitchFamily="18" charset="0"/>
                <a:ea typeface="Bitstream Vera Sans"/>
                <a:cs typeface="Times New Roman" panose="02020603050405020304" pitchFamily="18" charset="0"/>
              </a:rPr>
              <a:t>SOFTWARE REQUIREMENTS : </a:t>
            </a:r>
            <a:endParaRPr lang="en-IN" sz="1700" dirty="0">
              <a:effectLst/>
              <a:latin typeface="Nimbus Roman No9 L"/>
              <a:ea typeface="Bitstream Vera Sans"/>
              <a:cs typeface="Times New Roman" panose="02020603050405020304" pitchFamily="18" charset="0"/>
            </a:endParaRPr>
          </a:p>
          <a:p>
            <a:pPr algn="just">
              <a:lnSpc>
                <a:spcPct val="107000"/>
              </a:lnSpc>
              <a:spcAft>
                <a:spcPts val="800"/>
              </a:spcAft>
              <a:buFont typeface="Wingdings" panose="05000000000000000000" pitchFamily="2" charset="2"/>
              <a:buChar char="Ø"/>
            </a:pPr>
            <a:r>
              <a:rPr lang="en-US" sz="1300" dirty="0">
                <a:effectLst/>
                <a:latin typeface="Times New Roman" panose="02020603050405020304" pitchFamily="18" charset="0"/>
                <a:ea typeface="Bitstream Vera Sans"/>
                <a:cs typeface="Times New Roman" panose="02020603050405020304" pitchFamily="18" charset="0"/>
              </a:rPr>
              <a:t>USED SOFTWARE : VS Code, Coral Drop(Use for Project logo), XAMPP Database.</a:t>
            </a:r>
            <a:endParaRPr lang="en-IN" sz="1300" dirty="0">
              <a:effectLst/>
              <a:latin typeface="Nimbus Roman No9 L"/>
              <a:ea typeface="Bitstream Vera Sans"/>
              <a:cs typeface="Times New Roman" panose="02020603050405020304" pitchFamily="18" charset="0"/>
            </a:endParaRPr>
          </a:p>
          <a:p>
            <a:pPr algn="just">
              <a:lnSpc>
                <a:spcPct val="107000"/>
              </a:lnSpc>
              <a:buFont typeface="Wingdings" panose="05000000000000000000" pitchFamily="2" charset="2"/>
              <a:buChar char="Ø"/>
            </a:pPr>
            <a:r>
              <a:rPr lang="en-US" sz="1300" dirty="0">
                <a:effectLst/>
                <a:latin typeface="Times New Roman" panose="02020603050405020304" pitchFamily="18" charset="0"/>
                <a:ea typeface="Bitstream Vera Sans"/>
                <a:cs typeface="Times New Roman" panose="02020603050405020304" pitchFamily="18" charset="0"/>
              </a:rPr>
              <a:t>SUPPORTED BROWSER :  Microsoft Edge, Google Chrome &amp; Mozilla Firefox.</a:t>
            </a:r>
          </a:p>
          <a:p>
            <a:pPr marL="0" lvl="0" indent="0" algn="just">
              <a:lnSpc>
                <a:spcPct val="107000"/>
              </a:lnSpc>
              <a:buNone/>
            </a:pPr>
            <a:endParaRPr lang="en-IN" sz="1300" dirty="0">
              <a:effectLst/>
              <a:latin typeface="Nimbus Roman No9 L"/>
              <a:ea typeface="Bitstream Vera Sans"/>
              <a:cs typeface="Times New Roman" panose="02020603050405020304" pitchFamily="18" charset="0"/>
            </a:endParaRPr>
          </a:p>
          <a:p>
            <a:r>
              <a:rPr lang="en-US" sz="1700" b="1" dirty="0">
                <a:effectLst/>
                <a:latin typeface="Times New Roman" panose="02020603050405020304" pitchFamily="18" charset="0"/>
                <a:ea typeface="Bitstream Vera Sans"/>
                <a:cs typeface="Times New Roman" panose="02020603050405020304" pitchFamily="18" charset="0"/>
              </a:rPr>
              <a:t>OTHER REQUIREMENTS : </a:t>
            </a:r>
            <a:endParaRPr lang="en-IN" sz="1700" dirty="0">
              <a:effectLst/>
              <a:latin typeface="Nimbus Roman No9 L"/>
              <a:ea typeface="Bitstream Vera Sans"/>
              <a:cs typeface="Times New Roman" panose="02020603050405020304" pitchFamily="18" charset="0"/>
            </a:endParaRPr>
          </a:p>
          <a:p>
            <a:pPr lvl="0">
              <a:buFont typeface="Wingdings" panose="05000000000000000000" pitchFamily="2" charset="2"/>
              <a:buChar char="Ø"/>
            </a:pPr>
            <a:r>
              <a:rPr lang="en-US" sz="1300" dirty="0">
                <a:effectLst/>
                <a:latin typeface="Times New Roman" panose="02020603050405020304" pitchFamily="18" charset="0"/>
                <a:ea typeface="Bitstream Vera Sans"/>
                <a:cs typeface="Times New Roman" panose="02020603050405020304" pitchFamily="18" charset="0"/>
              </a:rPr>
              <a:t>INTERNET CONNECTION : Required</a:t>
            </a:r>
            <a:endParaRPr lang="en-IN" sz="1300" dirty="0">
              <a:effectLst/>
              <a:latin typeface="Nimbus Roman No9 L"/>
              <a:ea typeface="Bitstream Vera Sans"/>
              <a:cs typeface="Times New Roman" panose="02020603050405020304" pitchFamily="18" charset="0"/>
            </a:endParaRPr>
          </a:p>
          <a:p>
            <a:endParaRPr lang="en-IN" dirty="0"/>
          </a:p>
        </p:txBody>
      </p:sp>
    </p:spTree>
    <p:extLst>
      <p:ext uri="{BB962C8B-B14F-4D97-AF65-F5344CB8AC3E}">
        <p14:creationId xmlns:p14="http://schemas.microsoft.com/office/powerpoint/2010/main" val="47414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637A0-38F5-FE0E-BFE1-29C04041D965}"/>
              </a:ext>
            </a:extLst>
          </p:cNvPr>
          <p:cNvSpPr>
            <a:spLocks noGrp="1"/>
          </p:cNvSpPr>
          <p:nvPr>
            <p:ph type="title"/>
          </p:nvPr>
        </p:nvSpPr>
        <p:spPr/>
        <p:txBody>
          <a:bodyPr/>
          <a:lstStyle/>
          <a:p>
            <a:r>
              <a:rPr lang="en-GB" dirty="0"/>
              <a:t>Conclusion :</a:t>
            </a:r>
            <a:endParaRPr lang="en-IN" dirty="0"/>
          </a:p>
        </p:txBody>
      </p:sp>
      <p:sp>
        <p:nvSpPr>
          <p:cNvPr id="3" name="Content Placeholder 2">
            <a:extLst>
              <a:ext uri="{FF2B5EF4-FFF2-40B4-BE49-F238E27FC236}">
                <a16:creationId xmlns:a16="http://schemas.microsoft.com/office/drawing/2014/main" id="{E1EE7667-422E-8F95-DFDC-B6D12D36D45C}"/>
              </a:ext>
            </a:extLst>
          </p:cNvPr>
          <p:cNvSpPr>
            <a:spLocks noGrp="1"/>
          </p:cNvSpPr>
          <p:nvPr>
            <p:ph idx="1"/>
          </p:nvPr>
        </p:nvSpPr>
        <p:spPr/>
        <p:txBody>
          <a:bodyPr>
            <a:normAutofit/>
          </a:bodyPr>
          <a:lstStyle/>
          <a:p>
            <a:pPr algn="just"/>
            <a:r>
              <a:rPr lang="en-US" sz="1600" dirty="0">
                <a:effectLst/>
                <a:latin typeface="Times New Roman" panose="02020603050405020304" pitchFamily="18" charset="0"/>
                <a:ea typeface="Bitstream Vera Sans"/>
                <a:cs typeface="Times New Roman" panose="02020603050405020304" pitchFamily="18" charset="0"/>
              </a:rPr>
              <a:t>We Have Successfully Implemented The Site. Working Experience With Our Project Guide Is One Of The Unique Experiences. Our Project Guide </a:t>
            </a:r>
            <a:r>
              <a:rPr lang="en-US" sz="1600" dirty="0">
                <a:solidFill>
                  <a:srgbClr val="FF0000"/>
                </a:solidFill>
                <a:effectLst/>
                <a:latin typeface="Times New Roman" panose="02020603050405020304" pitchFamily="18" charset="0"/>
                <a:ea typeface="Bitstream Vera Sans"/>
                <a:cs typeface="Times New Roman" panose="02020603050405020304" pitchFamily="18" charset="0"/>
              </a:rPr>
              <a:t>Dimpal Thakar </a:t>
            </a:r>
            <a:r>
              <a:rPr lang="en-US" sz="1600" dirty="0">
                <a:solidFill>
                  <a:srgbClr val="171717"/>
                </a:solidFill>
                <a:effectLst/>
                <a:latin typeface="Times New Roman" panose="02020603050405020304" pitchFamily="18" charset="0"/>
                <a:ea typeface="Bitstream Vera Sans"/>
                <a:cs typeface="Times New Roman" panose="02020603050405020304" pitchFamily="18" charset="0"/>
              </a:rPr>
              <a:t>Provided Full Support To Us She Always Helped Us Like Our Friend And Companion In Any Situation Or Error On Our Project In A Professional Guide They Provide The Information Required Us In Any Time.</a:t>
            </a:r>
          </a:p>
          <a:p>
            <a:pPr marL="0" indent="0" algn="just">
              <a:buNone/>
            </a:pPr>
            <a:endParaRPr lang="en-IN" sz="1600" dirty="0">
              <a:effectLst/>
              <a:latin typeface="Nimbus Roman No9 L"/>
              <a:ea typeface="Bitstream Vera Sans"/>
              <a:cs typeface="Times New Roman" panose="02020603050405020304" pitchFamily="18" charset="0"/>
            </a:endParaRPr>
          </a:p>
          <a:p>
            <a:pPr algn="just"/>
            <a:r>
              <a:rPr lang="en-US" sz="1600" dirty="0">
                <a:solidFill>
                  <a:srgbClr val="171717"/>
                </a:solidFill>
                <a:effectLst/>
                <a:latin typeface="Times New Roman" panose="02020603050405020304" pitchFamily="18" charset="0"/>
                <a:ea typeface="Bitstream Vera Sans"/>
                <a:cs typeface="Times New Roman" panose="02020603050405020304" pitchFamily="18" charset="0"/>
              </a:rPr>
              <a:t>Working Experience With Our Teammates Was Very Unique Together We Learn So Many Things.</a:t>
            </a:r>
          </a:p>
          <a:p>
            <a:pPr marL="0" indent="0" algn="just">
              <a:buNone/>
            </a:pPr>
            <a:endParaRPr lang="en-IN" sz="1600" dirty="0">
              <a:effectLst/>
              <a:latin typeface="Nimbus Roman No9 L"/>
              <a:ea typeface="Bitstream Vera Sans"/>
              <a:cs typeface="Times New Roman" panose="02020603050405020304" pitchFamily="18" charset="0"/>
            </a:endParaRPr>
          </a:p>
          <a:p>
            <a:pPr algn="just"/>
            <a:r>
              <a:rPr lang="en-US" sz="1600" dirty="0">
                <a:solidFill>
                  <a:srgbClr val="171717"/>
                </a:solidFill>
                <a:effectLst/>
                <a:latin typeface="Times New Roman" panose="02020603050405020304" pitchFamily="18" charset="0"/>
                <a:ea typeface="Bitstream Vera Sans"/>
                <a:cs typeface="Times New Roman" panose="02020603050405020304" pitchFamily="18" charset="0"/>
              </a:rPr>
              <a:t>Also, The Other Faculty Members Related FOCA Department Had Helped Us In Any Situation By Leap And Bounds.</a:t>
            </a:r>
            <a:endParaRPr lang="en-IN" sz="1600" dirty="0">
              <a:effectLst/>
              <a:latin typeface="Nimbus Roman No9 L"/>
              <a:ea typeface="Bitstream Vera Sans"/>
              <a:cs typeface="Times New Roman" panose="02020603050405020304" pitchFamily="18" charset="0"/>
            </a:endParaRPr>
          </a:p>
          <a:p>
            <a:endParaRPr lang="en-IN" sz="1600" dirty="0"/>
          </a:p>
        </p:txBody>
      </p:sp>
    </p:spTree>
    <p:extLst>
      <p:ext uri="{BB962C8B-B14F-4D97-AF65-F5344CB8AC3E}">
        <p14:creationId xmlns:p14="http://schemas.microsoft.com/office/powerpoint/2010/main" val="2114521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38A5-70AF-2A19-66D5-04CD21BE91A7}"/>
              </a:ext>
            </a:extLst>
          </p:cNvPr>
          <p:cNvSpPr>
            <a:spLocks noGrp="1"/>
          </p:cNvSpPr>
          <p:nvPr>
            <p:ph type="title"/>
          </p:nvPr>
        </p:nvSpPr>
        <p:spPr/>
        <p:txBody>
          <a:bodyPr/>
          <a:lstStyle/>
          <a:p>
            <a:r>
              <a:rPr lang="en-GB" dirty="0"/>
              <a:t>Learning During Project Work :</a:t>
            </a:r>
            <a:endParaRPr lang="en-IN" dirty="0"/>
          </a:p>
        </p:txBody>
      </p:sp>
      <p:sp>
        <p:nvSpPr>
          <p:cNvPr id="3" name="Content Placeholder 2">
            <a:extLst>
              <a:ext uri="{FF2B5EF4-FFF2-40B4-BE49-F238E27FC236}">
                <a16:creationId xmlns:a16="http://schemas.microsoft.com/office/drawing/2014/main" id="{382C56F3-DD4A-BE4A-72FF-F7A93312B5B6}"/>
              </a:ext>
            </a:extLst>
          </p:cNvPr>
          <p:cNvSpPr>
            <a:spLocks noGrp="1"/>
          </p:cNvSpPr>
          <p:nvPr>
            <p:ph idx="1"/>
          </p:nvPr>
        </p:nvSpPr>
        <p:spPr/>
        <p:txBody>
          <a:bodyPr>
            <a:normAutofit/>
          </a:bodyPr>
          <a:lstStyle/>
          <a:p>
            <a:pPr algn="just"/>
            <a:r>
              <a:rPr lang="en-US" sz="1600" dirty="0">
                <a:effectLst/>
                <a:latin typeface="Times New Roman" panose="02020603050405020304" pitchFamily="18" charset="0"/>
                <a:ea typeface="Bitstream Vera Sans"/>
                <a:cs typeface="Times New Roman" panose="02020603050405020304" pitchFamily="18" charset="0"/>
              </a:rPr>
              <a:t>When We Are Working On The Mini Project, We Learn Lots Of Things, And We Also Get Knowledge About Coding.</a:t>
            </a:r>
          </a:p>
          <a:p>
            <a:pPr marL="0" indent="0" algn="just">
              <a:buNone/>
            </a:pPr>
            <a:endParaRPr lang="en-IN" sz="1600" dirty="0">
              <a:effectLst/>
              <a:latin typeface="Nimbus Roman No9 L"/>
              <a:ea typeface="Bitstream Vera Sans"/>
              <a:cs typeface="Times New Roman" panose="02020603050405020304" pitchFamily="18" charset="0"/>
            </a:endParaRPr>
          </a:p>
          <a:p>
            <a:pPr algn="just"/>
            <a:r>
              <a:rPr lang="en-US" sz="1600" dirty="0">
                <a:effectLst/>
                <a:latin typeface="Times New Roman" panose="02020603050405020304" pitchFamily="18" charset="0"/>
                <a:ea typeface="Bitstream Vera Sans"/>
                <a:cs typeface="Times New Roman" panose="02020603050405020304" pitchFamily="18" charset="0"/>
              </a:rPr>
              <a:t>We Also Learned How To Use BOOTSTRAP To Make Responsive Websites.</a:t>
            </a:r>
          </a:p>
          <a:p>
            <a:pPr marL="0" indent="0" algn="just">
              <a:buNone/>
            </a:pPr>
            <a:endParaRPr lang="en-IN" sz="1600" dirty="0">
              <a:effectLst/>
              <a:latin typeface="Nimbus Roman No9 L"/>
              <a:ea typeface="Bitstream Vera Sans"/>
              <a:cs typeface="Times New Roman" panose="02020603050405020304" pitchFamily="18" charset="0"/>
            </a:endParaRPr>
          </a:p>
          <a:p>
            <a:pPr algn="just"/>
            <a:r>
              <a:rPr lang="en-US" sz="1600" dirty="0">
                <a:effectLst/>
                <a:latin typeface="Times New Roman" panose="02020603050405020304" pitchFamily="18" charset="0"/>
                <a:ea typeface="Bitstream Vera Sans"/>
                <a:cs typeface="Times New Roman" panose="02020603050405020304" pitchFamily="18" charset="0"/>
              </a:rPr>
              <a:t>We Even Learned How To Design The Website Using CSS, UI &amp; UX.</a:t>
            </a:r>
            <a:endParaRPr lang="en-IN" sz="1600" dirty="0">
              <a:effectLst/>
              <a:latin typeface="Nimbus Roman No9 L"/>
              <a:ea typeface="Bitstream Vera Sans"/>
              <a:cs typeface="Times New Roman" panose="02020603050405020304" pitchFamily="18" charset="0"/>
            </a:endParaRPr>
          </a:p>
          <a:p>
            <a:endParaRPr lang="en-IN" sz="1600" dirty="0"/>
          </a:p>
        </p:txBody>
      </p:sp>
    </p:spTree>
    <p:extLst>
      <p:ext uri="{BB962C8B-B14F-4D97-AF65-F5344CB8AC3E}">
        <p14:creationId xmlns:p14="http://schemas.microsoft.com/office/powerpoint/2010/main" val="3734686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1D1F8-4ED0-DFE9-AFA6-B7364BFE3FC9}"/>
              </a:ext>
            </a:extLst>
          </p:cNvPr>
          <p:cNvSpPr>
            <a:spLocks noGrp="1"/>
          </p:cNvSpPr>
          <p:nvPr>
            <p:ph type="title"/>
          </p:nvPr>
        </p:nvSpPr>
        <p:spPr/>
        <p:txBody>
          <a:bodyPr/>
          <a:lstStyle/>
          <a:p>
            <a:r>
              <a:rPr lang="en-GB" dirty="0"/>
              <a:t>Thank You</a:t>
            </a:r>
            <a:endParaRPr lang="en-IN" dirty="0"/>
          </a:p>
        </p:txBody>
      </p:sp>
      <p:sp>
        <p:nvSpPr>
          <p:cNvPr id="3" name="Content Placeholder 2">
            <a:extLst>
              <a:ext uri="{FF2B5EF4-FFF2-40B4-BE49-F238E27FC236}">
                <a16:creationId xmlns:a16="http://schemas.microsoft.com/office/drawing/2014/main" id="{B7E325A4-95C1-B118-C266-F220AE4A9ABA}"/>
              </a:ext>
            </a:extLst>
          </p:cNvPr>
          <p:cNvSpPr>
            <a:spLocks noGrp="1"/>
          </p:cNvSpPr>
          <p:nvPr>
            <p:ph idx="1"/>
          </p:nvPr>
        </p:nvSpPr>
        <p:spPr/>
        <p:txBody>
          <a:bodyPr>
            <a:normAutofit fontScale="92500" lnSpcReduction="10000"/>
          </a:bodyPr>
          <a:lstStyle/>
          <a:p>
            <a:r>
              <a:rPr lang="en-GB" dirty="0"/>
              <a:t>Prepared By : Group 1</a:t>
            </a:r>
            <a:endParaRPr lang="en-IN" dirty="0"/>
          </a:p>
          <a:p>
            <a:pPr>
              <a:buFont typeface="Wingdings" panose="05000000000000000000" pitchFamily="2" charset="2"/>
              <a:buChar char="Ø"/>
            </a:pPr>
            <a:r>
              <a:rPr lang="en-IN" dirty="0"/>
              <a:t>Utsav Baleliya (92200527119)</a:t>
            </a:r>
          </a:p>
          <a:p>
            <a:pPr>
              <a:buFont typeface="Wingdings" panose="05000000000000000000" pitchFamily="2" charset="2"/>
              <a:buChar char="Ø"/>
            </a:pPr>
            <a:r>
              <a:rPr lang="en-IN" dirty="0"/>
              <a:t>Vasu </a:t>
            </a:r>
            <a:r>
              <a:rPr lang="en-IN" dirty="0" err="1"/>
              <a:t>Pansuriya</a:t>
            </a:r>
            <a:r>
              <a:rPr lang="en-IN" dirty="0"/>
              <a:t> (92200527114)</a:t>
            </a:r>
          </a:p>
          <a:p>
            <a:pPr>
              <a:buFont typeface="Wingdings" panose="05000000000000000000" pitchFamily="2" charset="2"/>
              <a:buChar char="Ø"/>
            </a:pPr>
            <a:r>
              <a:rPr lang="en-IN" dirty="0"/>
              <a:t>Dhruv Jogi (92200527083)</a:t>
            </a:r>
          </a:p>
          <a:p>
            <a:pPr marL="0" indent="0">
              <a:buNone/>
            </a:pPr>
            <a:endParaRPr lang="en-IN" dirty="0"/>
          </a:p>
          <a:p>
            <a:pPr marL="0" indent="0">
              <a:buNone/>
            </a:pPr>
            <a:r>
              <a:rPr kumimoji="0" lang="en-GB" sz="2800" b="0" i="0" u="none" strike="noStrike" kern="1200" cap="none" spc="0" normalizeH="0" baseline="0" noProof="0" dirty="0">
                <a:ln>
                  <a:noFill/>
                </a:ln>
                <a:solidFill>
                  <a:srgbClr val="90C226"/>
                </a:solidFill>
                <a:effectLst/>
                <a:uLnTx/>
                <a:uFillTx/>
                <a:latin typeface="Trebuchet MS" panose="020B0603020202020204"/>
                <a:ea typeface="+mj-ea"/>
                <a:cs typeface="+mj-cs"/>
              </a:rPr>
              <a:t>Special Thanks To</a:t>
            </a:r>
          </a:p>
          <a:p>
            <a:pPr marL="0" indent="0">
              <a:buNone/>
            </a:pPr>
            <a:endParaRPr kumimoji="0" lang="en-GB" sz="2800" b="0" i="0" u="none" strike="noStrike" kern="1200" cap="none" spc="0" normalizeH="0" baseline="0" noProof="0" dirty="0">
              <a:ln>
                <a:noFill/>
              </a:ln>
              <a:solidFill>
                <a:srgbClr val="90C226"/>
              </a:solidFill>
              <a:effectLst/>
              <a:uLnTx/>
              <a:uFillTx/>
              <a:latin typeface="Trebuchet MS" panose="020B0603020202020204"/>
              <a:ea typeface="+mj-ea"/>
              <a:cs typeface="+mj-cs"/>
            </a:endParaRPr>
          </a:p>
          <a:p>
            <a:pPr marL="0" marR="0" lvl="0" indent="0" algn="l" defTabSz="457200" rtl="0" eaLnBrk="1" fontAlgn="auto" latinLnBrk="0" hangingPunct="1">
              <a:lnSpc>
                <a:spcPct val="100000"/>
              </a:lnSpc>
              <a:spcBef>
                <a:spcPts val="1000"/>
              </a:spcBef>
              <a:spcAft>
                <a:spcPts val="0"/>
              </a:spcAft>
              <a:buClr>
                <a:srgbClr val="90C226"/>
              </a:buClr>
              <a:buSzPct val="80000"/>
              <a:buNone/>
              <a:tabLst/>
              <a:defRPr/>
            </a:pPr>
            <a:r>
              <a:rPr kumimoji="0" lang="en-IN"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Faculty Guide : Prof. </a:t>
            </a:r>
            <a:r>
              <a:rPr kumimoji="0" lang="en-IN" sz="1800" b="0" i="0" u="none" strike="noStrike" kern="1200" cap="none" spc="0" normalizeH="0" baseline="0" noProof="0">
                <a:ln>
                  <a:noFill/>
                </a:ln>
                <a:solidFill>
                  <a:prstClr val="black">
                    <a:lumMod val="75000"/>
                    <a:lumOff val="25000"/>
                  </a:prstClr>
                </a:solidFill>
                <a:effectLst/>
                <a:uLnTx/>
                <a:uFillTx/>
                <a:latin typeface="Trebuchet MS" panose="020B0603020202020204"/>
                <a:ea typeface="+mn-ea"/>
                <a:cs typeface="+mn-cs"/>
              </a:rPr>
              <a:t>Dimple </a:t>
            </a:r>
            <a:r>
              <a:rPr kumimoji="0" lang="en-IN"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Thakar</a:t>
            </a:r>
          </a:p>
          <a:p>
            <a:pPr marL="0" marR="0" lvl="0" indent="0" algn="l" defTabSz="457200" rtl="0" eaLnBrk="1" fontAlgn="auto" latinLnBrk="0" hangingPunct="1">
              <a:lnSpc>
                <a:spcPct val="100000"/>
              </a:lnSpc>
              <a:spcBef>
                <a:spcPts val="1000"/>
              </a:spcBef>
              <a:spcAft>
                <a:spcPts val="0"/>
              </a:spcAft>
              <a:buClr>
                <a:srgbClr val="90C226"/>
              </a:buClr>
              <a:buSzPct val="80000"/>
              <a:buNone/>
              <a:tabLst/>
              <a:defRPr/>
            </a:pPr>
            <a:r>
              <a:rPr lang="en-IN" dirty="0">
                <a:solidFill>
                  <a:prstClr val="black">
                    <a:lumMod val="75000"/>
                    <a:lumOff val="25000"/>
                  </a:prstClr>
                </a:solidFill>
                <a:latin typeface="Trebuchet MS" panose="020B0603020202020204"/>
              </a:rPr>
              <a:t>HOD : Dr. Sunil </a:t>
            </a:r>
            <a:r>
              <a:rPr lang="en-IN" dirty="0" err="1">
                <a:solidFill>
                  <a:prstClr val="black">
                    <a:lumMod val="75000"/>
                    <a:lumOff val="25000"/>
                  </a:prstClr>
                </a:solidFill>
                <a:latin typeface="Trebuchet MS" panose="020B0603020202020204"/>
              </a:rPr>
              <a:t>Bajeja</a:t>
            </a:r>
            <a:endParaRPr lang="en-IN" dirty="0">
              <a:solidFill>
                <a:prstClr val="black">
                  <a:lumMod val="75000"/>
                  <a:lumOff val="25000"/>
                </a:prstClr>
              </a:solidFill>
              <a:latin typeface="Trebuchet MS" panose="020B0603020202020204"/>
            </a:endParaRPr>
          </a:p>
          <a:p>
            <a:pPr marL="0" marR="0" lvl="0" indent="0" algn="l" defTabSz="457200" rtl="0" eaLnBrk="1" fontAlgn="auto" latinLnBrk="0" hangingPunct="1">
              <a:lnSpc>
                <a:spcPct val="100000"/>
              </a:lnSpc>
              <a:spcBef>
                <a:spcPts val="1000"/>
              </a:spcBef>
              <a:spcAft>
                <a:spcPts val="0"/>
              </a:spcAft>
              <a:buClr>
                <a:srgbClr val="90C226"/>
              </a:buClr>
              <a:buSzPct val="80000"/>
              <a:buNone/>
              <a:tabLst/>
              <a:defRPr/>
            </a:pPr>
            <a:r>
              <a:rPr kumimoji="0" lang="en-IN"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Dean : Dr. R. </a:t>
            </a:r>
            <a:r>
              <a:rPr kumimoji="0" lang="en-IN" sz="1800" b="0" i="0" u="none" strike="noStrike" kern="1200" cap="none" spc="0" normalizeH="0" baseline="0" noProof="0" dirty="0" err="1">
                <a:ln>
                  <a:noFill/>
                </a:ln>
                <a:solidFill>
                  <a:prstClr val="black">
                    <a:lumMod val="75000"/>
                    <a:lumOff val="25000"/>
                  </a:prstClr>
                </a:solidFill>
                <a:effectLst/>
                <a:uLnTx/>
                <a:uFillTx/>
                <a:latin typeface="Trebuchet MS" panose="020B0603020202020204"/>
                <a:ea typeface="+mn-ea"/>
                <a:cs typeface="+mn-cs"/>
              </a:rPr>
              <a:t>Shridharan</a:t>
            </a:r>
            <a:r>
              <a:rPr kumimoji="0" lang="en-IN"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 </a:t>
            </a:r>
          </a:p>
          <a:p>
            <a:pPr marL="0" indent="0">
              <a:buNone/>
            </a:pPr>
            <a:endParaRPr kumimoji="0" lang="en-GB" sz="2800" b="0" i="0" u="none" strike="noStrike" kern="1200" cap="none" spc="0" normalizeH="0" baseline="0" noProof="0" dirty="0">
              <a:ln>
                <a:noFill/>
              </a:ln>
              <a:solidFill>
                <a:srgbClr val="90C226"/>
              </a:solidFill>
              <a:effectLst/>
              <a:uLnTx/>
              <a:uFillTx/>
              <a:latin typeface="Trebuchet MS" panose="020B0603020202020204"/>
              <a:ea typeface="+mj-ea"/>
              <a:cs typeface="+mj-cs"/>
            </a:endParaRPr>
          </a:p>
          <a:p>
            <a:pPr marL="0" indent="0">
              <a:buNone/>
            </a:pPr>
            <a:endParaRPr kumimoji="0" lang="en-GB" b="0" i="0" u="none" strike="noStrike" kern="1200" cap="none" spc="0" normalizeH="0" baseline="0" noProof="0" dirty="0">
              <a:ln>
                <a:noFill/>
              </a:ln>
              <a:solidFill>
                <a:srgbClr val="90C226"/>
              </a:solidFill>
              <a:effectLst/>
              <a:uLnTx/>
              <a:uFillTx/>
              <a:latin typeface="Trebuchet MS" panose="020B0603020202020204"/>
              <a:ea typeface="+mj-ea"/>
              <a:cs typeface="+mj-cs"/>
            </a:endParaRPr>
          </a:p>
          <a:p>
            <a:pPr marL="0" indent="0">
              <a:buNone/>
            </a:pPr>
            <a:endParaRPr kumimoji="0" lang="en-GB" sz="2800" b="0" i="0" u="none" strike="noStrike" kern="1200" cap="none" spc="0" normalizeH="0" baseline="0" noProof="0" dirty="0">
              <a:ln>
                <a:noFill/>
              </a:ln>
              <a:solidFill>
                <a:srgbClr val="90C226"/>
              </a:solidFill>
              <a:effectLst/>
              <a:uLnTx/>
              <a:uFillTx/>
              <a:latin typeface="Trebuchet MS" panose="020B0603020202020204"/>
              <a:ea typeface="+mj-ea"/>
              <a:cs typeface="+mj-cs"/>
            </a:endParaRPr>
          </a:p>
          <a:p>
            <a:pPr marL="0" indent="0">
              <a:buNone/>
            </a:pPr>
            <a:endParaRPr lang="en-GB" sz="2800" dirty="0"/>
          </a:p>
        </p:txBody>
      </p:sp>
    </p:spTree>
    <p:extLst>
      <p:ext uri="{BB962C8B-B14F-4D97-AF65-F5344CB8AC3E}">
        <p14:creationId xmlns:p14="http://schemas.microsoft.com/office/powerpoint/2010/main" val="3376185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109</TotalTime>
  <Words>962</Words>
  <Application>Microsoft Office PowerPoint</Application>
  <PresentationFormat>Widescreen</PresentationFormat>
  <Paragraphs>66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Nimbus Roman No9 L</vt:lpstr>
      <vt:lpstr>Times New Roman</vt:lpstr>
      <vt:lpstr>Trebuchet MS</vt:lpstr>
      <vt:lpstr>Wingdings</vt:lpstr>
      <vt:lpstr>Wingdings 3</vt:lpstr>
      <vt:lpstr>Facet</vt:lpstr>
      <vt:lpstr>CINE BOOK</vt:lpstr>
      <vt:lpstr>Synopsis :</vt:lpstr>
      <vt:lpstr>Introduction :</vt:lpstr>
      <vt:lpstr>Features :</vt:lpstr>
      <vt:lpstr>Technologies :</vt:lpstr>
      <vt:lpstr>Review Of Literature :</vt:lpstr>
      <vt:lpstr>Requirements :</vt:lpstr>
      <vt:lpstr>Conclusion :</vt:lpstr>
      <vt:lpstr>Learning During Project Work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CINE BOOK</dc:title>
  <dc:creator>Utsav Baleliya</dc:creator>
  <cp:lastModifiedBy>Vasu Pansuriya</cp:lastModifiedBy>
  <cp:revision>11</cp:revision>
  <dcterms:created xsi:type="dcterms:W3CDTF">2023-04-19T05:23:38Z</dcterms:created>
  <dcterms:modified xsi:type="dcterms:W3CDTF">2025-04-26T06:47:57Z</dcterms:modified>
</cp:coreProperties>
</file>